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 Simulation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5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Learning Workshop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Enablerz Consulting &amp; Solutions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Here Today?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disruptions don't announce themselves —</a:t>
            </a:r>
            <a:endParaRPr lang="en-US" sz="2000" dirty="0"/>
          </a:p>
          <a:p>
            <a:pPr lvl="1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arrive fast and escalate faster.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you'll experience that pressure in a safe environment.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to win.</a:t>
            </a:r>
            <a:endParaRPr lang="en-US" sz="2000" dirty="0"/>
          </a:p>
          <a:p>
            <a:pPr lvl="1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to learn what your organisation needs to survive.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Walk Away With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felt experience of how crises cascade across departments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understanding of your organisation's BCM gaps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pre-filled Business Impact Analysis template — your real starting point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Recovery Plan draft and Resilience Scorecard for your team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Simulation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fictional company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502920" cy="5029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55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180136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disruption event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502920" cy="5029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14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245973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recovery decisions under time pressure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3072384"/>
            <a:ext cx="502920" cy="5029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72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3118104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consequences — live, in real time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" y="3730752"/>
            <a:ext cx="50292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377647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and build your real BCM documents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War Chest 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starts with a limited budget — your War Chest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activate recovery actions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wisely — you can't get it back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Unspent funds at the end earn you bonus points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703320"/>
            <a:ext cx="813816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58184"/>
            <a:ext cx="7863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the hardest constraint in a real crisis. You never have enough."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Dimensions of Resilience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82296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Financial Health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1691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your company absorb the loss?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82296" cy="14630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Regulatory Standing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19472" y="1691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meeting your legal obligations?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88920"/>
            <a:ext cx="82296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Reputation Index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8912" y="33832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public think of you right now?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7889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88920"/>
            <a:ext cx="82296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Operational Continuity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19472" y="33832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still do what you exist to do?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moves these scores. Every wave moves them too.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Fictional Company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company — make it real to you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industry (Financial Services, Logistics, or Manufacturing)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archetype: Startup / Mid-Market / Enterprise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departments — these determine which levers you can pull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member takes a department role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703320"/>
            <a:ext cx="813816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58184"/>
            <a:ext cx="7863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Missing a department means missing recovery options later.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in a Crisis?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3794760"/>
        </p:xfrm>
        <a:graphic>
          <a:graphicData uri="http://schemas.openxmlformats.org/drawingml/2006/table">
            <a:tbl>
              <a:tblPr/>
              <a:tblGrid>
                <a:gridCol w="3108960"/>
                <a:gridCol w="5029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&amp; Systems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 systems, manage backups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Communications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media, public statements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&amp;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Notify regulators, manage legal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 business physically running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&amp; Treasury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spending, insurance claims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&amp; Administration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people, welfare, communication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= One Escalation Wave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011680" cy="731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 escalates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event hits your organisation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97280"/>
            <a:ext cx="2011680" cy="731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window opens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4231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minutes on the clock — team discussion begins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09728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97280"/>
            <a:ext cx="2011680" cy="731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916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recovery actions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4231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levers and allocate your War Chest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097280"/>
            <a:ext cx="2011680" cy="2560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097280"/>
            <a:ext cx="201168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Time's up — decisions lock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24231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are revealed across all teams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840480"/>
            <a:ext cx="8138160" cy="3840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9534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6 waves in total. Each one is worse than the last.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Levers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lever has a cost (War Chest) and a benefit (score recovery)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use levers if your team has the required department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activate a lever without the right department — it fails. And you still pay.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703320"/>
            <a:ext cx="813816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58184"/>
            <a:ext cx="7863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not just about knowing what to do. It's about having the right people ready to do it."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Score Is Calculated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3200400"/>
        </p:xfrm>
        <a:graphic>
          <a:graphicData uri="http://schemas.openxmlformats.org/drawingml/2006/table">
            <a:tbl>
              <a:tblPr/>
              <a:tblGrid>
                <a:gridCol w="4389120"/>
                <a:gridCol w="1828800"/>
                <a:gridCol w="19202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Points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Health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Standing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Reputation Index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Continuity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Turnaround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3434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Resilience Score = weighted sum of all five dimensions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start equal. What separates them is their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Industries, Six Scenarios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82296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Financial Services &amp; Banking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Failure  |  Ransomware Attack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86000"/>
            <a:ext cx="82296" cy="10058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77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  Logistics &amp; Highway Concessionaire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Flood Closure  |  Major Expressway Accident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429000"/>
            <a:ext cx="82296" cy="10058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520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Manufacturing &amp; Supply Chain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Shutdown  |  Factory Fire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facilitator selects the scenario — or it's drawn at random.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 Teams Make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the entire War Chest in Round 1 — you'll need it later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Compliance until Wave 3 — the regulatory clock doesn't wait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full information before communicating — silence is interpreted as guilt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failed levers still cost money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to win instead of playing to learn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Take Home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91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84048" y="1938528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Analysis (BIA)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624328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with your simulation data. Your real BCM starting point.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788920" cy="914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29844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10128" y="1938528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Recovery Plan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624328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section per activated department. Fill in the blanks with real details.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43000"/>
            <a:ext cx="278892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9844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36208" y="1938528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Scorecard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2624328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summary of your team's performance and gaps.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8138160" cy="3840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325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training certificates. They are working documents.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E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NOTES — For Internal 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Begin — Checklist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All participants have a browser-capable device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Session code shared or QR code projected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Teams of 4–6 confirmed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Scenario selected or set to random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Remind teams: no right answers, only trade-offs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Debrief questions prepared (see Facilitator Guide)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right answers.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trade-offs.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371600" y="3200400"/>
            <a:ext cx="6400800" cy="731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5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debrief is where the real learning happens.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3152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Scan the QR code or open the link on your device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Enter your session code and your team name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your company — the crisis arrives in 10 minutes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3520440"/>
            <a:ext cx="6400800" cy="822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5204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is already ticking.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Enablerz BCM Simulation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People for The People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Enablerz Consulting &amp; Solutions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www.enablerz.com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BCM Simulation — Facilitator Deck</dc:title>
  <dc:subject>PptxGenJS Presentation</dc:subject>
  <dc:creator>Enablerz Consulting &amp; Solutions</dc:creator>
  <cp:lastModifiedBy>Enablerz Consulting &amp; Solutions</cp:lastModifiedBy>
  <cp:revision>1</cp:revision>
  <dcterms:created xsi:type="dcterms:W3CDTF">2026-06-05T15:48:50Z</dcterms:created>
  <dcterms:modified xsi:type="dcterms:W3CDTF">2026-06-05T15:48:50Z</dcterms:modified>
</cp:coreProperties>
</file>